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6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88EE09-4B44-47B0-991C-4E83D145233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2_2" csCatId="accent2" phldr="1"/>
      <dgm:spPr/>
      <dgm:t>
        <a:bodyPr/>
        <a:lstStyle/>
        <a:p>
          <a:endParaRPr lang="en-US"/>
        </a:p>
      </dgm:t>
    </dgm:pt>
    <dgm:pt modelId="{B384D7A0-C10D-4737-A843-4A6F9B6228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Name: Kadirappa Gari Yeshwanth Sai</a:t>
          </a:r>
        </a:p>
      </dgm:t>
    </dgm:pt>
    <dgm:pt modelId="{778D9020-2FC5-4B17-BDCB-86425C884CF2}" type="parTrans" cxnId="{D05A16BF-0BAB-4952-BBED-758C06F1DAA6}">
      <dgm:prSet/>
      <dgm:spPr/>
      <dgm:t>
        <a:bodyPr/>
        <a:lstStyle/>
        <a:p>
          <a:endParaRPr lang="en-US"/>
        </a:p>
      </dgm:t>
    </dgm:pt>
    <dgm:pt modelId="{F88648DC-0B2D-4034-950B-2DA5BEF189A6}" type="sibTrans" cxnId="{D05A16BF-0BAB-4952-BBED-758C06F1DAA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3509FD5-0F93-4CA0-995E-4636DB5D56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Course: B.Tech (AI &amp; ML)</a:t>
          </a:r>
        </a:p>
      </dgm:t>
    </dgm:pt>
    <dgm:pt modelId="{9E4F4711-43B4-464B-B4E5-B09E0054CD86}" type="parTrans" cxnId="{84C0D697-0AFD-4352-85F5-DF1AD314682A}">
      <dgm:prSet/>
      <dgm:spPr/>
      <dgm:t>
        <a:bodyPr/>
        <a:lstStyle/>
        <a:p>
          <a:endParaRPr lang="en-US"/>
        </a:p>
      </dgm:t>
    </dgm:pt>
    <dgm:pt modelId="{457BB730-CE87-4D77-A7BE-F413E205ABEF}" type="sibTrans" cxnId="{84C0D697-0AFD-4352-85F5-DF1AD314682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5BF0D1C-E52C-4E34-A81F-FC36CE1E43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University: Chanakya University</a:t>
          </a:r>
        </a:p>
      </dgm:t>
    </dgm:pt>
    <dgm:pt modelId="{297DB6F1-D494-4C04-BE6B-6CD8C4C0986D}" type="parTrans" cxnId="{6C7F3D6F-1744-43E8-ADCF-27A34E410078}">
      <dgm:prSet/>
      <dgm:spPr/>
      <dgm:t>
        <a:bodyPr/>
        <a:lstStyle/>
        <a:p>
          <a:endParaRPr lang="en-US"/>
        </a:p>
      </dgm:t>
    </dgm:pt>
    <dgm:pt modelId="{A1E6EF28-DAF2-461E-B1D6-D2A383C4BFD9}" type="sibTrans" cxnId="{6C7F3D6F-1744-43E8-ADCF-27A34E41007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87CDE50-D1A0-463F-BFE2-9BDD01CDED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Assignment: Machine Learning Assignment – Tasks 1 to 5</a:t>
          </a:r>
        </a:p>
      </dgm:t>
    </dgm:pt>
    <dgm:pt modelId="{39E85851-701C-4609-A9DD-6625E7FC1370}" type="parTrans" cxnId="{008F1682-7826-4E6E-8838-1DDA219F01C4}">
      <dgm:prSet/>
      <dgm:spPr/>
      <dgm:t>
        <a:bodyPr/>
        <a:lstStyle/>
        <a:p>
          <a:endParaRPr lang="en-US"/>
        </a:p>
      </dgm:t>
    </dgm:pt>
    <dgm:pt modelId="{9768224D-8709-48E8-8254-8FE0602BAD01}" type="sibTrans" cxnId="{008F1682-7826-4E6E-8838-1DDA219F01C4}">
      <dgm:prSet/>
      <dgm:spPr/>
      <dgm:t>
        <a:bodyPr/>
        <a:lstStyle/>
        <a:p>
          <a:endParaRPr lang="en-US"/>
        </a:p>
      </dgm:t>
    </dgm:pt>
    <dgm:pt modelId="{71C8809D-D2D0-4538-915A-E8752280A976}" type="pres">
      <dgm:prSet presAssocID="{3988EE09-4B44-47B0-991C-4E83D1452332}" presName="root" presStyleCnt="0">
        <dgm:presLayoutVars>
          <dgm:dir/>
          <dgm:resizeHandles val="exact"/>
        </dgm:presLayoutVars>
      </dgm:prSet>
      <dgm:spPr/>
    </dgm:pt>
    <dgm:pt modelId="{86B61CD9-652B-498C-94AD-3BE7E1472641}" type="pres">
      <dgm:prSet presAssocID="{3988EE09-4B44-47B0-991C-4E83D1452332}" presName="container" presStyleCnt="0">
        <dgm:presLayoutVars>
          <dgm:dir/>
          <dgm:resizeHandles val="exact"/>
        </dgm:presLayoutVars>
      </dgm:prSet>
      <dgm:spPr/>
    </dgm:pt>
    <dgm:pt modelId="{21E4D69E-D660-4F01-8CFE-06045D2E2C13}" type="pres">
      <dgm:prSet presAssocID="{B384D7A0-C10D-4737-A843-4A6F9B6228D4}" presName="compNode" presStyleCnt="0"/>
      <dgm:spPr/>
    </dgm:pt>
    <dgm:pt modelId="{08DBE326-366F-4FB9-B112-687B6FF6D3A2}" type="pres">
      <dgm:prSet presAssocID="{B384D7A0-C10D-4737-A843-4A6F9B6228D4}" presName="iconBgRect" presStyleLbl="bgShp" presStyleIdx="0" presStyleCnt="4"/>
      <dgm:spPr/>
    </dgm:pt>
    <dgm:pt modelId="{DB26A9F7-6F69-473E-819E-42898FA8AF0B}" type="pres">
      <dgm:prSet presAssocID="{B384D7A0-C10D-4737-A843-4A6F9B6228D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EC7D33E-BFA2-4805-865D-18E0950F396F}" type="pres">
      <dgm:prSet presAssocID="{B384D7A0-C10D-4737-A843-4A6F9B6228D4}" presName="spaceRect" presStyleCnt="0"/>
      <dgm:spPr/>
    </dgm:pt>
    <dgm:pt modelId="{6AFADF35-2E45-40E7-AC2B-EE02635E70B4}" type="pres">
      <dgm:prSet presAssocID="{B384D7A0-C10D-4737-A843-4A6F9B6228D4}" presName="textRect" presStyleLbl="revTx" presStyleIdx="0" presStyleCnt="4">
        <dgm:presLayoutVars>
          <dgm:chMax val="1"/>
          <dgm:chPref val="1"/>
        </dgm:presLayoutVars>
      </dgm:prSet>
      <dgm:spPr/>
    </dgm:pt>
    <dgm:pt modelId="{6260C8F0-3576-443E-B12B-0FD56332B81B}" type="pres">
      <dgm:prSet presAssocID="{F88648DC-0B2D-4034-950B-2DA5BEF189A6}" presName="sibTrans" presStyleLbl="sibTrans2D1" presStyleIdx="0" presStyleCnt="0"/>
      <dgm:spPr/>
    </dgm:pt>
    <dgm:pt modelId="{C538E73C-F7F8-4BAB-9924-B1E90CB64000}" type="pres">
      <dgm:prSet presAssocID="{53509FD5-0F93-4CA0-995E-4636DB5D5677}" presName="compNode" presStyleCnt="0"/>
      <dgm:spPr/>
    </dgm:pt>
    <dgm:pt modelId="{E894C26E-3C4F-42D7-9E5B-B7F648313953}" type="pres">
      <dgm:prSet presAssocID="{53509FD5-0F93-4CA0-995E-4636DB5D5677}" presName="iconBgRect" presStyleLbl="bgShp" presStyleIdx="1" presStyleCnt="4"/>
      <dgm:spPr/>
    </dgm:pt>
    <dgm:pt modelId="{22988755-E937-45A0-AB70-F382B683C51F}" type="pres">
      <dgm:prSet presAssocID="{53509FD5-0F93-4CA0-995E-4636DB5D567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3CA59BD-0895-4E4C-A5A7-F7A3BA180C52}" type="pres">
      <dgm:prSet presAssocID="{53509FD5-0F93-4CA0-995E-4636DB5D5677}" presName="spaceRect" presStyleCnt="0"/>
      <dgm:spPr/>
    </dgm:pt>
    <dgm:pt modelId="{20B4D88F-F65F-436D-AB26-2C460D46748C}" type="pres">
      <dgm:prSet presAssocID="{53509FD5-0F93-4CA0-995E-4636DB5D5677}" presName="textRect" presStyleLbl="revTx" presStyleIdx="1" presStyleCnt="4">
        <dgm:presLayoutVars>
          <dgm:chMax val="1"/>
          <dgm:chPref val="1"/>
        </dgm:presLayoutVars>
      </dgm:prSet>
      <dgm:spPr/>
    </dgm:pt>
    <dgm:pt modelId="{AB3D858C-0E1E-4EBA-BF41-C6BF95F25667}" type="pres">
      <dgm:prSet presAssocID="{457BB730-CE87-4D77-A7BE-F413E205ABEF}" presName="sibTrans" presStyleLbl="sibTrans2D1" presStyleIdx="0" presStyleCnt="0"/>
      <dgm:spPr/>
    </dgm:pt>
    <dgm:pt modelId="{DA229A1A-7F8C-4926-9492-207670E7D651}" type="pres">
      <dgm:prSet presAssocID="{A5BF0D1C-E52C-4E34-A81F-FC36CE1E4385}" presName="compNode" presStyleCnt="0"/>
      <dgm:spPr/>
    </dgm:pt>
    <dgm:pt modelId="{913D26BF-389C-4796-A7DB-6D4CFEA87D5D}" type="pres">
      <dgm:prSet presAssocID="{A5BF0D1C-E52C-4E34-A81F-FC36CE1E4385}" presName="iconBgRect" presStyleLbl="bgShp" presStyleIdx="2" presStyleCnt="4"/>
      <dgm:spPr/>
    </dgm:pt>
    <dgm:pt modelId="{29435001-2095-4CF4-AF93-79998B21DF0A}" type="pres">
      <dgm:prSet presAssocID="{A5BF0D1C-E52C-4E34-A81F-FC36CE1E438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E1C69EC4-91D6-42D9-A827-53D01C6EDFAF}" type="pres">
      <dgm:prSet presAssocID="{A5BF0D1C-E52C-4E34-A81F-FC36CE1E4385}" presName="spaceRect" presStyleCnt="0"/>
      <dgm:spPr/>
    </dgm:pt>
    <dgm:pt modelId="{5BBE08EC-6AE5-4840-8C10-C1394E5A79F7}" type="pres">
      <dgm:prSet presAssocID="{A5BF0D1C-E52C-4E34-A81F-FC36CE1E4385}" presName="textRect" presStyleLbl="revTx" presStyleIdx="2" presStyleCnt="4">
        <dgm:presLayoutVars>
          <dgm:chMax val="1"/>
          <dgm:chPref val="1"/>
        </dgm:presLayoutVars>
      </dgm:prSet>
      <dgm:spPr/>
    </dgm:pt>
    <dgm:pt modelId="{6860BDAD-B0FF-42CB-A290-825CECE0EC76}" type="pres">
      <dgm:prSet presAssocID="{A1E6EF28-DAF2-461E-B1D6-D2A383C4BFD9}" presName="sibTrans" presStyleLbl="sibTrans2D1" presStyleIdx="0" presStyleCnt="0"/>
      <dgm:spPr/>
    </dgm:pt>
    <dgm:pt modelId="{BE50E513-6A87-4FA5-A048-0C098F3C3596}" type="pres">
      <dgm:prSet presAssocID="{687CDE50-D1A0-463F-BFE2-9BDD01CDED9E}" presName="compNode" presStyleCnt="0"/>
      <dgm:spPr/>
    </dgm:pt>
    <dgm:pt modelId="{C9E67B02-D1C8-47BD-8279-9769E432AB7F}" type="pres">
      <dgm:prSet presAssocID="{687CDE50-D1A0-463F-BFE2-9BDD01CDED9E}" presName="iconBgRect" presStyleLbl="bgShp" presStyleIdx="3" presStyleCnt="4"/>
      <dgm:spPr/>
    </dgm:pt>
    <dgm:pt modelId="{C1CD8C7D-059F-4A4F-8DBC-FEBF80A1E058}" type="pres">
      <dgm:prSet presAssocID="{687CDE50-D1A0-463F-BFE2-9BDD01CDED9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14C95FC-9AEE-4EE4-865F-CA4773406440}" type="pres">
      <dgm:prSet presAssocID="{687CDE50-D1A0-463F-BFE2-9BDD01CDED9E}" presName="spaceRect" presStyleCnt="0"/>
      <dgm:spPr/>
    </dgm:pt>
    <dgm:pt modelId="{24E0F220-646A-48AB-9F8E-DC392C7CF6AD}" type="pres">
      <dgm:prSet presAssocID="{687CDE50-D1A0-463F-BFE2-9BDD01CDED9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3F30D07-72FE-49D0-AA47-1E8353D53957}" type="presOf" srcId="{B384D7A0-C10D-4737-A843-4A6F9B6228D4}" destId="{6AFADF35-2E45-40E7-AC2B-EE02635E70B4}" srcOrd="0" destOrd="0" presId="urn:microsoft.com/office/officeart/2018/2/layout/IconCircleList"/>
    <dgm:cxn modelId="{5D2E9918-C23C-4810-B49A-9365CF30EB08}" type="presOf" srcId="{A5BF0D1C-E52C-4E34-A81F-FC36CE1E4385}" destId="{5BBE08EC-6AE5-4840-8C10-C1394E5A79F7}" srcOrd="0" destOrd="0" presId="urn:microsoft.com/office/officeart/2018/2/layout/IconCircleList"/>
    <dgm:cxn modelId="{48B4BF2D-01CB-451E-B0A6-C125B949D2E1}" type="presOf" srcId="{687CDE50-D1A0-463F-BFE2-9BDD01CDED9E}" destId="{24E0F220-646A-48AB-9F8E-DC392C7CF6AD}" srcOrd="0" destOrd="0" presId="urn:microsoft.com/office/officeart/2018/2/layout/IconCircleList"/>
    <dgm:cxn modelId="{6C7F3D6F-1744-43E8-ADCF-27A34E410078}" srcId="{3988EE09-4B44-47B0-991C-4E83D1452332}" destId="{A5BF0D1C-E52C-4E34-A81F-FC36CE1E4385}" srcOrd="2" destOrd="0" parTransId="{297DB6F1-D494-4C04-BE6B-6CD8C4C0986D}" sibTransId="{A1E6EF28-DAF2-461E-B1D6-D2A383C4BFD9}"/>
    <dgm:cxn modelId="{008F1682-7826-4E6E-8838-1DDA219F01C4}" srcId="{3988EE09-4B44-47B0-991C-4E83D1452332}" destId="{687CDE50-D1A0-463F-BFE2-9BDD01CDED9E}" srcOrd="3" destOrd="0" parTransId="{39E85851-701C-4609-A9DD-6625E7FC1370}" sibTransId="{9768224D-8709-48E8-8254-8FE0602BAD01}"/>
    <dgm:cxn modelId="{84C0D697-0AFD-4352-85F5-DF1AD314682A}" srcId="{3988EE09-4B44-47B0-991C-4E83D1452332}" destId="{53509FD5-0F93-4CA0-995E-4636DB5D5677}" srcOrd="1" destOrd="0" parTransId="{9E4F4711-43B4-464B-B4E5-B09E0054CD86}" sibTransId="{457BB730-CE87-4D77-A7BE-F413E205ABEF}"/>
    <dgm:cxn modelId="{D05A16BF-0BAB-4952-BBED-758C06F1DAA6}" srcId="{3988EE09-4B44-47B0-991C-4E83D1452332}" destId="{B384D7A0-C10D-4737-A843-4A6F9B6228D4}" srcOrd="0" destOrd="0" parTransId="{778D9020-2FC5-4B17-BDCB-86425C884CF2}" sibTransId="{F88648DC-0B2D-4034-950B-2DA5BEF189A6}"/>
    <dgm:cxn modelId="{45CB74C2-F931-4964-9CA5-1CC6F2B0DA7A}" type="presOf" srcId="{F88648DC-0B2D-4034-950B-2DA5BEF189A6}" destId="{6260C8F0-3576-443E-B12B-0FD56332B81B}" srcOrd="0" destOrd="0" presId="urn:microsoft.com/office/officeart/2018/2/layout/IconCircleList"/>
    <dgm:cxn modelId="{75182BCD-902A-4975-8AB1-F2B6721E6E07}" type="presOf" srcId="{A1E6EF28-DAF2-461E-B1D6-D2A383C4BFD9}" destId="{6860BDAD-B0FF-42CB-A290-825CECE0EC76}" srcOrd="0" destOrd="0" presId="urn:microsoft.com/office/officeart/2018/2/layout/IconCircleList"/>
    <dgm:cxn modelId="{86E8CECF-6C6E-4E76-9EBC-D2C9C16038A6}" type="presOf" srcId="{3988EE09-4B44-47B0-991C-4E83D1452332}" destId="{71C8809D-D2D0-4538-915A-E8752280A976}" srcOrd="0" destOrd="0" presId="urn:microsoft.com/office/officeart/2018/2/layout/IconCircleList"/>
    <dgm:cxn modelId="{F5F935EC-89EB-4CF7-ABC7-A742FDE2750C}" type="presOf" srcId="{457BB730-CE87-4D77-A7BE-F413E205ABEF}" destId="{AB3D858C-0E1E-4EBA-BF41-C6BF95F25667}" srcOrd="0" destOrd="0" presId="urn:microsoft.com/office/officeart/2018/2/layout/IconCircleList"/>
    <dgm:cxn modelId="{051170EE-D6D1-49B8-9007-8CC9B7E352CA}" type="presOf" srcId="{53509FD5-0F93-4CA0-995E-4636DB5D5677}" destId="{20B4D88F-F65F-436D-AB26-2C460D46748C}" srcOrd="0" destOrd="0" presId="urn:microsoft.com/office/officeart/2018/2/layout/IconCircleList"/>
    <dgm:cxn modelId="{DD371C3F-B800-4EE9-9BB3-2CCF80CAFF5A}" type="presParOf" srcId="{71C8809D-D2D0-4538-915A-E8752280A976}" destId="{86B61CD9-652B-498C-94AD-3BE7E1472641}" srcOrd="0" destOrd="0" presId="urn:microsoft.com/office/officeart/2018/2/layout/IconCircleList"/>
    <dgm:cxn modelId="{6EC0A661-2911-4FB3-AB0C-35448DCE4D60}" type="presParOf" srcId="{86B61CD9-652B-498C-94AD-3BE7E1472641}" destId="{21E4D69E-D660-4F01-8CFE-06045D2E2C13}" srcOrd="0" destOrd="0" presId="urn:microsoft.com/office/officeart/2018/2/layout/IconCircleList"/>
    <dgm:cxn modelId="{7F9B449C-426A-4B8F-B6F5-DF8B8C94A83E}" type="presParOf" srcId="{21E4D69E-D660-4F01-8CFE-06045D2E2C13}" destId="{08DBE326-366F-4FB9-B112-687B6FF6D3A2}" srcOrd="0" destOrd="0" presId="urn:microsoft.com/office/officeart/2018/2/layout/IconCircleList"/>
    <dgm:cxn modelId="{D42BF358-F037-44EE-A80D-42021F1271FE}" type="presParOf" srcId="{21E4D69E-D660-4F01-8CFE-06045D2E2C13}" destId="{DB26A9F7-6F69-473E-819E-42898FA8AF0B}" srcOrd="1" destOrd="0" presId="urn:microsoft.com/office/officeart/2018/2/layout/IconCircleList"/>
    <dgm:cxn modelId="{E28554B7-9ED0-4F1C-A639-5F08B2CB3535}" type="presParOf" srcId="{21E4D69E-D660-4F01-8CFE-06045D2E2C13}" destId="{8EC7D33E-BFA2-4805-865D-18E0950F396F}" srcOrd="2" destOrd="0" presId="urn:microsoft.com/office/officeart/2018/2/layout/IconCircleList"/>
    <dgm:cxn modelId="{B73B2724-BBA5-4AFE-92D0-1F2D1C530471}" type="presParOf" srcId="{21E4D69E-D660-4F01-8CFE-06045D2E2C13}" destId="{6AFADF35-2E45-40E7-AC2B-EE02635E70B4}" srcOrd="3" destOrd="0" presId="urn:microsoft.com/office/officeart/2018/2/layout/IconCircleList"/>
    <dgm:cxn modelId="{E3D86649-4F56-489A-A3F1-5BC14797E7D0}" type="presParOf" srcId="{86B61CD9-652B-498C-94AD-3BE7E1472641}" destId="{6260C8F0-3576-443E-B12B-0FD56332B81B}" srcOrd="1" destOrd="0" presId="urn:microsoft.com/office/officeart/2018/2/layout/IconCircleList"/>
    <dgm:cxn modelId="{7520CB7C-CE4E-4FEA-9ABF-E9BD36D4D705}" type="presParOf" srcId="{86B61CD9-652B-498C-94AD-3BE7E1472641}" destId="{C538E73C-F7F8-4BAB-9924-B1E90CB64000}" srcOrd="2" destOrd="0" presId="urn:microsoft.com/office/officeart/2018/2/layout/IconCircleList"/>
    <dgm:cxn modelId="{8D5870FD-AE66-4906-9102-34FBF7BD4BB8}" type="presParOf" srcId="{C538E73C-F7F8-4BAB-9924-B1E90CB64000}" destId="{E894C26E-3C4F-42D7-9E5B-B7F648313953}" srcOrd="0" destOrd="0" presId="urn:microsoft.com/office/officeart/2018/2/layout/IconCircleList"/>
    <dgm:cxn modelId="{64354F7A-0F0C-4966-AE1C-69630F87461D}" type="presParOf" srcId="{C538E73C-F7F8-4BAB-9924-B1E90CB64000}" destId="{22988755-E937-45A0-AB70-F382B683C51F}" srcOrd="1" destOrd="0" presId="urn:microsoft.com/office/officeart/2018/2/layout/IconCircleList"/>
    <dgm:cxn modelId="{14380A73-450B-402D-AB78-11B8EB82234D}" type="presParOf" srcId="{C538E73C-F7F8-4BAB-9924-B1E90CB64000}" destId="{83CA59BD-0895-4E4C-A5A7-F7A3BA180C52}" srcOrd="2" destOrd="0" presId="urn:microsoft.com/office/officeart/2018/2/layout/IconCircleList"/>
    <dgm:cxn modelId="{976C6886-A1B9-4215-804C-95B3094AAF22}" type="presParOf" srcId="{C538E73C-F7F8-4BAB-9924-B1E90CB64000}" destId="{20B4D88F-F65F-436D-AB26-2C460D46748C}" srcOrd="3" destOrd="0" presId="urn:microsoft.com/office/officeart/2018/2/layout/IconCircleList"/>
    <dgm:cxn modelId="{AB64C32F-310B-4407-92B8-0F5154DDA93B}" type="presParOf" srcId="{86B61CD9-652B-498C-94AD-3BE7E1472641}" destId="{AB3D858C-0E1E-4EBA-BF41-C6BF95F25667}" srcOrd="3" destOrd="0" presId="urn:microsoft.com/office/officeart/2018/2/layout/IconCircleList"/>
    <dgm:cxn modelId="{D5F520C5-3376-40F4-B1E0-E2056FD2A264}" type="presParOf" srcId="{86B61CD9-652B-498C-94AD-3BE7E1472641}" destId="{DA229A1A-7F8C-4926-9492-207670E7D651}" srcOrd="4" destOrd="0" presId="urn:microsoft.com/office/officeart/2018/2/layout/IconCircleList"/>
    <dgm:cxn modelId="{8023BD48-578D-492F-9C97-F7EB705C0183}" type="presParOf" srcId="{DA229A1A-7F8C-4926-9492-207670E7D651}" destId="{913D26BF-389C-4796-A7DB-6D4CFEA87D5D}" srcOrd="0" destOrd="0" presId="urn:microsoft.com/office/officeart/2018/2/layout/IconCircleList"/>
    <dgm:cxn modelId="{89CD27DC-7B09-4A3C-8985-82B8320F9356}" type="presParOf" srcId="{DA229A1A-7F8C-4926-9492-207670E7D651}" destId="{29435001-2095-4CF4-AF93-79998B21DF0A}" srcOrd="1" destOrd="0" presId="urn:microsoft.com/office/officeart/2018/2/layout/IconCircleList"/>
    <dgm:cxn modelId="{6BAC8978-0588-40E5-A2C5-AA5D9A745F23}" type="presParOf" srcId="{DA229A1A-7F8C-4926-9492-207670E7D651}" destId="{E1C69EC4-91D6-42D9-A827-53D01C6EDFAF}" srcOrd="2" destOrd="0" presId="urn:microsoft.com/office/officeart/2018/2/layout/IconCircleList"/>
    <dgm:cxn modelId="{25F94C9D-0BA3-42FA-8519-3F2621A961DD}" type="presParOf" srcId="{DA229A1A-7F8C-4926-9492-207670E7D651}" destId="{5BBE08EC-6AE5-4840-8C10-C1394E5A79F7}" srcOrd="3" destOrd="0" presId="urn:microsoft.com/office/officeart/2018/2/layout/IconCircleList"/>
    <dgm:cxn modelId="{C635723B-A7E3-4599-B802-3A607BE82C2F}" type="presParOf" srcId="{86B61CD9-652B-498C-94AD-3BE7E1472641}" destId="{6860BDAD-B0FF-42CB-A290-825CECE0EC76}" srcOrd="5" destOrd="0" presId="urn:microsoft.com/office/officeart/2018/2/layout/IconCircleList"/>
    <dgm:cxn modelId="{64B5DCAE-EBDA-459D-B57F-55483C031267}" type="presParOf" srcId="{86B61CD9-652B-498C-94AD-3BE7E1472641}" destId="{BE50E513-6A87-4FA5-A048-0C098F3C3596}" srcOrd="6" destOrd="0" presId="urn:microsoft.com/office/officeart/2018/2/layout/IconCircleList"/>
    <dgm:cxn modelId="{A39A4C7B-C8FD-49F6-8F2B-449F2D0B0547}" type="presParOf" srcId="{BE50E513-6A87-4FA5-A048-0C098F3C3596}" destId="{C9E67B02-D1C8-47BD-8279-9769E432AB7F}" srcOrd="0" destOrd="0" presId="urn:microsoft.com/office/officeart/2018/2/layout/IconCircleList"/>
    <dgm:cxn modelId="{32A1DF38-1D20-4281-A52F-5B292BA3FE2C}" type="presParOf" srcId="{BE50E513-6A87-4FA5-A048-0C098F3C3596}" destId="{C1CD8C7D-059F-4A4F-8DBC-FEBF80A1E058}" srcOrd="1" destOrd="0" presId="urn:microsoft.com/office/officeart/2018/2/layout/IconCircleList"/>
    <dgm:cxn modelId="{7EE6D0DD-64B2-49D0-9B3A-E9D635936C7F}" type="presParOf" srcId="{BE50E513-6A87-4FA5-A048-0C098F3C3596}" destId="{814C95FC-9AEE-4EE4-865F-CA4773406440}" srcOrd="2" destOrd="0" presId="urn:microsoft.com/office/officeart/2018/2/layout/IconCircleList"/>
    <dgm:cxn modelId="{6275500A-8215-4A69-82BC-4650E12E3791}" type="presParOf" srcId="{BE50E513-6A87-4FA5-A048-0C098F3C3596}" destId="{24E0F220-646A-48AB-9F8E-DC392C7CF6A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6EFA1F-613B-4D26-BABC-7A3198582F7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9BE1315-2B1C-4C12-A644-7166D7CAB54B}">
      <dgm:prSet/>
      <dgm:spPr/>
      <dgm:t>
        <a:bodyPr/>
        <a:lstStyle/>
        <a:p>
          <a:r>
            <a:rPr lang="en-US"/>
            <a:t>Aim: Predict potential finalist teams using machine learning models.</a:t>
          </a:r>
        </a:p>
      </dgm:t>
    </dgm:pt>
    <dgm:pt modelId="{5D1861ED-C73A-475A-BC03-29DF17C27762}" type="parTrans" cxnId="{6F3D8D61-6E79-4EBC-B1B3-E1318088A9AD}">
      <dgm:prSet/>
      <dgm:spPr/>
      <dgm:t>
        <a:bodyPr/>
        <a:lstStyle/>
        <a:p>
          <a:endParaRPr lang="en-US"/>
        </a:p>
      </dgm:t>
    </dgm:pt>
    <dgm:pt modelId="{5E358461-7780-499A-B03B-4E3BAD9B3DD2}" type="sibTrans" cxnId="{6F3D8D61-6E79-4EBC-B1B3-E1318088A9AD}">
      <dgm:prSet/>
      <dgm:spPr/>
      <dgm:t>
        <a:bodyPr/>
        <a:lstStyle/>
        <a:p>
          <a:endParaRPr lang="en-US"/>
        </a:p>
      </dgm:t>
    </dgm:pt>
    <dgm:pt modelId="{EC91830E-8EF2-4178-BC30-34650903FDC2}">
      <dgm:prSet/>
      <dgm:spPr/>
      <dgm:t>
        <a:bodyPr/>
        <a:lstStyle/>
        <a:p>
          <a:r>
            <a:rPr lang="en-US"/>
            <a:t>Techniques: Logistic Regression, Random Forest Classifier.</a:t>
          </a:r>
        </a:p>
      </dgm:t>
    </dgm:pt>
    <dgm:pt modelId="{00C295E2-41E6-4465-8F35-671CDACECC4E}" type="parTrans" cxnId="{CD840CEE-72CF-4DC7-9E84-B858218AC075}">
      <dgm:prSet/>
      <dgm:spPr/>
      <dgm:t>
        <a:bodyPr/>
        <a:lstStyle/>
        <a:p>
          <a:endParaRPr lang="en-US"/>
        </a:p>
      </dgm:t>
    </dgm:pt>
    <dgm:pt modelId="{1297E7C4-735D-4D42-AB4E-4C651BA88EBF}" type="sibTrans" cxnId="{CD840CEE-72CF-4DC7-9E84-B858218AC075}">
      <dgm:prSet/>
      <dgm:spPr/>
      <dgm:t>
        <a:bodyPr/>
        <a:lstStyle/>
        <a:p>
          <a:endParaRPr lang="en-US"/>
        </a:p>
      </dgm:t>
    </dgm:pt>
    <dgm:pt modelId="{C735135E-52BB-4C99-9890-EA75B0805E86}">
      <dgm:prSet/>
      <dgm:spPr/>
      <dgm:t>
        <a:bodyPr/>
        <a:lstStyle/>
        <a:p>
          <a:r>
            <a:rPr lang="en-US"/>
            <a:t>Dataset: FIFA 2022 Full Matches Cleaned Data.</a:t>
          </a:r>
        </a:p>
      </dgm:t>
    </dgm:pt>
    <dgm:pt modelId="{3A825366-8D6A-4327-A4C5-2F12F16D201E}" type="parTrans" cxnId="{B8E4372C-C89A-401F-950F-2AFF84ED4968}">
      <dgm:prSet/>
      <dgm:spPr/>
      <dgm:t>
        <a:bodyPr/>
        <a:lstStyle/>
        <a:p>
          <a:endParaRPr lang="en-US"/>
        </a:p>
      </dgm:t>
    </dgm:pt>
    <dgm:pt modelId="{6C107D8E-D019-4527-A0FA-58B9148D04AB}" type="sibTrans" cxnId="{B8E4372C-C89A-401F-950F-2AFF84ED4968}">
      <dgm:prSet/>
      <dgm:spPr/>
      <dgm:t>
        <a:bodyPr/>
        <a:lstStyle/>
        <a:p>
          <a:endParaRPr lang="en-US"/>
        </a:p>
      </dgm:t>
    </dgm:pt>
    <dgm:pt modelId="{F012BF5E-9A93-4409-AFB9-0C26C0AC13A8}">
      <dgm:prSet/>
      <dgm:spPr/>
      <dgm:t>
        <a:bodyPr/>
        <a:lstStyle/>
        <a:p>
          <a:r>
            <a:rPr lang="en-US"/>
            <a:t>Tools: Python, Pandas, Scikit-learn, Matplotlib.</a:t>
          </a:r>
        </a:p>
      </dgm:t>
    </dgm:pt>
    <dgm:pt modelId="{6FFB6B7B-DE66-4965-BCDE-2C4D212FB9B0}" type="parTrans" cxnId="{46B7ABD9-A82F-4879-B929-9D0C8939A69D}">
      <dgm:prSet/>
      <dgm:spPr/>
      <dgm:t>
        <a:bodyPr/>
        <a:lstStyle/>
        <a:p>
          <a:endParaRPr lang="en-US"/>
        </a:p>
      </dgm:t>
    </dgm:pt>
    <dgm:pt modelId="{9C41390C-5F91-4E5E-A95B-518B75F09A8B}" type="sibTrans" cxnId="{46B7ABD9-A82F-4879-B929-9D0C8939A69D}">
      <dgm:prSet/>
      <dgm:spPr/>
      <dgm:t>
        <a:bodyPr/>
        <a:lstStyle/>
        <a:p>
          <a:endParaRPr lang="en-US"/>
        </a:p>
      </dgm:t>
    </dgm:pt>
    <dgm:pt modelId="{86542285-83B6-445B-8A1D-B978A3872537}" type="pres">
      <dgm:prSet presAssocID="{2C6EFA1F-613B-4D26-BABC-7A3198582F77}" presName="linear" presStyleCnt="0">
        <dgm:presLayoutVars>
          <dgm:animLvl val="lvl"/>
          <dgm:resizeHandles val="exact"/>
        </dgm:presLayoutVars>
      </dgm:prSet>
      <dgm:spPr/>
    </dgm:pt>
    <dgm:pt modelId="{41C888C5-69C3-431F-9FB1-DB2F85C34F0D}" type="pres">
      <dgm:prSet presAssocID="{D9BE1315-2B1C-4C12-A644-7166D7CAB54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6AF2DC4-AA88-488D-9F01-511149C5E194}" type="pres">
      <dgm:prSet presAssocID="{5E358461-7780-499A-B03B-4E3BAD9B3DD2}" presName="spacer" presStyleCnt="0"/>
      <dgm:spPr/>
    </dgm:pt>
    <dgm:pt modelId="{1AA73916-DE00-4CAB-9BA3-6C0E74406FCF}" type="pres">
      <dgm:prSet presAssocID="{EC91830E-8EF2-4178-BC30-34650903FDC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E4A34F8-57C7-410A-8067-69399A505263}" type="pres">
      <dgm:prSet presAssocID="{1297E7C4-735D-4D42-AB4E-4C651BA88EBF}" presName="spacer" presStyleCnt="0"/>
      <dgm:spPr/>
    </dgm:pt>
    <dgm:pt modelId="{9DB8806F-3FC5-4E87-A344-3D2F55C2F5C5}" type="pres">
      <dgm:prSet presAssocID="{C735135E-52BB-4C99-9890-EA75B0805E8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07BB962-5BF8-429C-B029-F6C442DE785E}" type="pres">
      <dgm:prSet presAssocID="{6C107D8E-D019-4527-A0FA-58B9148D04AB}" presName="spacer" presStyleCnt="0"/>
      <dgm:spPr/>
    </dgm:pt>
    <dgm:pt modelId="{44E78FC7-6C36-4339-BC79-3D9999C7D880}" type="pres">
      <dgm:prSet presAssocID="{F012BF5E-9A93-4409-AFB9-0C26C0AC13A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49AD921-342A-4334-82F1-FF93410EC927}" type="presOf" srcId="{C735135E-52BB-4C99-9890-EA75B0805E86}" destId="{9DB8806F-3FC5-4E87-A344-3D2F55C2F5C5}" srcOrd="0" destOrd="0" presId="urn:microsoft.com/office/officeart/2005/8/layout/vList2"/>
    <dgm:cxn modelId="{C6E9F629-8CA8-4A5E-AE51-D8AB0F2F6B3D}" type="presOf" srcId="{F012BF5E-9A93-4409-AFB9-0C26C0AC13A8}" destId="{44E78FC7-6C36-4339-BC79-3D9999C7D880}" srcOrd="0" destOrd="0" presId="urn:microsoft.com/office/officeart/2005/8/layout/vList2"/>
    <dgm:cxn modelId="{B8E4372C-C89A-401F-950F-2AFF84ED4968}" srcId="{2C6EFA1F-613B-4D26-BABC-7A3198582F77}" destId="{C735135E-52BB-4C99-9890-EA75B0805E86}" srcOrd="2" destOrd="0" parTransId="{3A825366-8D6A-4327-A4C5-2F12F16D201E}" sibTransId="{6C107D8E-D019-4527-A0FA-58B9148D04AB}"/>
    <dgm:cxn modelId="{6AE48160-6756-4F58-B8BE-D0302D036928}" type="presOf" srcId="{D9BE1315-2B1C-4C12-A644-7166D7CAB54B}" destId="{41C888C5-69C3-431F-9FB1-DB2F85C34F0D}" srcOrd="0" destOrd="0" presId="urn:microsoft.com/office/officeart/2005/8/layout/vList2"/>
    <dgm:cxn modelId="{6F3D8D61-6E79-4EBC-B1B3-E1318088A9AD}" srcId="{2C6EFA1F-613B-4D26-BABC-7A3198582F77}" destId="{D9BE1315-2B1C-4C12-A644-7166D7CAB54B}" srcOrd="0" destOrd="0" parTransId="{5D1861ED-C73A-475A-BC03-29DF17C27762}" sibTransId="{5E358461-7780-499A-B03B-4E3BAD9B3DD2}"/>
    <dgm:cxn modelId="{3C6BC0CC-19F5-427C-9E3E-EB1970429B4B}" type="presOf" srcId="{EC91830E-8EF2-4178-BC30-34650903FDC2}" destId="{1AA73916-DE00-4CAB-9BA3-6C0E74406FCF}" srcOrd="0" destOrd="0" presId="urn:microsoft.com/office/officeart/2005/8/layout/vList2"/>
    <dgm:cxn modelId="{46B7ABD9-A82F-4879-B929-9D0C8939A69D}" srcId="{2C6EFA1F-613B-4D26-BABC-7A3198582F77}" destId="{F012BF5E-9A93-4409-AFB9-0C26C0AC13A8}" srcOrd="3" destOrd="0" parTransId="{6FFB6B7B-DE66-4965-BCDE-2C4D212FB9B0}" sibTransId="{9C41390C-5F91-4E5E-A95B-518B75F09A8B}"/>
    <dgm:cxn modelId="{CD840CEE-72CF-4DC7-9E84-B858218AC075}" srcId="{2C6EFA1F-613B-4D26-BABC-7A3198582F77}" destId="{EC91830E-8EF2-4178-BC30-34650903FDC2}" srcOrd="1" destOrd="0" parTransId="{00C295E2-41E6-4465-8F35-671CDACECC4E}" sibTransId="{1297E7C4-735D-4D42-AB4E-4C651BA88EBF}"/>
    <dgm:cxn modelId="{010AB1FA-5244-4681-8405-A080D7CC8925}" type="presOf" srcId="{2C6EFA1F-613B-4D26-BABC-7A3198582F77}" destId="{86542285-83B6-445B-8A1D-B978A3872537}" srcOrd="0" destOrd="0" presId="urn:microsoft.com/office/officeart/2005/8/layout/vList2"/>
    <dgm:cxn modelId="{EE7CDBE3-8B13-4253-B8A8-871941618BAF}" type="presParOf" srcId="{86542285-83B6-445B-8A1D-B978A3872537}" destId="{41C888C5-69C3-431F-9FB1-DB2F85C34F0D}" srcOrd="0" destOrd="0" presId="urn:microsoft.com/office/officeart/2005/8/layout/vList2"/>
    <dgm:cxn modelId="{B3D6D072-A390-4AA2-9293-C5098A6C7EEE}" type="presParOf" srcId="{86542285-83B6-445B-8A1D-B978A3872537}" destId="{B6AF2DC4-AA88-488D-9F01-511149C5E194}" srcOrd="1" destOrd="0" presId="urn:microsoft.com/office/officeart/2005/8/layout/vList2"/>
    <dgm:cxn modelId="{03090D25-9595-4756-81AC-FC0E5DBAB8EF}" type="presParOf" srcId="{86542285-83B6-445B-8A1D-B978A3872537}" destId="{1AA73916-DE00-4CAB-9BA3-6C0E74406FCF}" srcOrd="2" destOrd="0" presId="urn:microsoft.com/office/officeart/2005/8/layout/vList2"/>
    <dgm:cxn modelId="{164EF7B0-D560-4E21-90D7-088C8D905B55}" type="presParOf" srcId="{86542285-83B6-445B-8A1D-B978A3872537}" destId="{0E4A34F8-57C7-410A-8067-69399A505263}" srcOrd="3" destOrd="0" presId="urn:microsoft.com/office/officeart/2005/8/layout/vList2"/>
    <dgm:cxn modelId="{B888C57F-490A-4B12-94C6-2E9CFDACB0DB}" type="presParOf" srcId="{86542285-83B6-445B-8A1D-B978A3872537}" destId="{9DB8806F-3FC5-4E87-A344-3D2F55C2F5C5}" srcOrd="4" destOrd="0" presId="urn:microsoft.com/office/officeart/2005/8/layout/vList2"/>
    <dgm:cxn modelId="{7B5EF0CB-446A-4E16-9C45-E649CC1D57B2}" type="presParOf" srcId="{86542285-83B6-445B-8A1D-B978A3872537}" destId="{907BB962-5BF8-429C-B029-F6C442DE785E}" srcOrd="5" destOrd="0" presId="urn:microsoft.com/office/officeart/2005/8/layout/vList2"/>
    <dgm:cxn modelId="{45886DC5-7BE7-4BF0-B4F2-F1171161ED56}" type="presParOf" srcId="{86542285-83B6-445B-8A1D-B978A3872537}" destId="{44E78FC7-6C36-4339-BC79-3D9999C7D88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BE326-366F-4FB9-B112-687B6FF6D3A2}">
      <dsp:nvSpPr>
        <dsp:cNvPr id="0" name=""/>
        <dsp:cNvSpPr/>
      </dsp:nvSpPr>
      <dsp:spPr>
        <a:xfrm>
          <a:off x="37425" y="496145"/>
          <a:ext cx="973665" cy="97366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26A9F7-6F69-473E-819E-42898FA8AF0B}">
      <dsp:nvSpPr>
        <dsp:cNvPr id="0" name=""/>
        <dsp:cNvSpPr/>
      </dsp:nvSpPr>
      <dsp:spPr>
        <a:xfrm>
          <a:off x="241895" y="700615"/>
          <a:ext cx="564725" cy="5647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FADF35-2E45-40E7-AC2B-EE02635E70B4}">
      <dsp:nvSpPr>
        <dsp:cNvPr id="0" name=""/>
        <dsp:cNvSpPr/>
      </dsp:nvSpPr>
      <dsp:spPr>
        <a:xfrm>
          <a:off x="1219733" y="496145"/>
          <a:ext cx="2295067" cy="97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Name: Kadirappa Gari Yeshwanth Sai</a:t>
          </a:r>
        </a:p>
      </dsp:txBody>
      <dsp:txXfrm>
        <a:off x="1219733" y="496145"/>
        <a:ext cx="2295067" cy="973665"/>
      </dsp:txXfrm>
    </dsp:sp>
    <dsp:sp modelId="{E894C26E-3C4F-42D7-9E5B-B7F648313953}">
      <dsp:nvSpPr>
        <dsp:cNvPr id="0" name=""/>
        <dsp:cNvSpPr/>
      </dsp:nvSpPr>
      <dsp:spPr>
        <a:xfrm>
          <a:off x="3914699" y="496145"/>
          <a:ext cx="973665" cy="97366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88755-E937-45A0-AB70-F382B683C51F}">
      <dsp:nvSpPr>
        <dsp:cNvPr id="0" name=""/>
        <dsp:cNvSpPr/>
      </dsp:nvSpPr>
      <dsp:spPr>
        <a:xfrm>
          <a:off x="4119168" y="700615"/>
          <a:ext cx="564725" cy="5647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B4D88F-F65F-436D-AB26-2C460D46748C}">
      <dsp:nvSpPr>
        <dsp:cNvPr id="0" name=""/>
        <dsp:cNvSpPr/>
      </dsp:nvSpPr>
      <dsp:spPr>
        <a:xfrm>
          <a:off x="5097006" y="496145"/>
          <a:ext cx="2295067" cy="97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Course: B.Tech (AI &amp; ML)</a:t>
          </a:r>
        </a:p>
      </dsp:txBody>
      <dsp:txXfrm>
        <a:off x="5097006" y="496145"/>
        <a:ext cx="2295067" cy="973665"/>
      </dsp:txXfrm>
    </dsp:sp>
    <dsp:sp modelId="{913D26BF-389C-4796-A7DB-6D4CFEA87D5D}">
      <dsp:nvSpPr>
        <dsp:cNvPr id="0" name=""/>
        <dsp:cNvSpPr/>
      </dsp:nvSpPr>
      <dsp:spPr>
        <a:xfrm>
          <a:off x="37425" y="2071901"/>
          <a:ext cx="973665" cy="97366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435001-2095-4CF4-AF93-79998B21DF0A}">
      <dsp:nvSpPr>
        <dsp:cNvPr id="0" name=""/>
        <dsp:cNvSpPr/>
      </dsp:nvSpPr>
      <dsp:spPr>
        <a:xfrm>
          <a:off x="241895" y="2276371"/>
          <a:ext cx="564725" cy="5647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E08EC-6AE5-4840-8C10-C1394E5A79F7}">
      <dsp:nvSpPr>
        <dsp:cNvPr id="0" name=""/>
        <dsp:cNvSpPr/>
      </dsp:nvSpPr>
      <dsp:spPr>
        <a:xfrm>
          <a:off x="1219733" y="2071901"/>
          <a:ext cx="2295067" cy="97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University: Chanakya University</a:t>
          </a:r>
        </a:p>
      </dsp:txBody>
      <dsp:txXfrm>
        <a:off x="1219733" y="2071901"/>
        <a:ext cx="2295067" cy="973665"/>
      </dsp:txXfrm>
    </dsp:sp>
    <dsp:sp modelId="{C9E67B02-D1C8-47BD-8279-9769E432AB7F}">
      <dsp:nvSpPr>
        <dsp:cNvPr id="0" name=""/>
        <dsp:cNvSpPr/>
      </dsp:nvSpPr>
      <dsp:spPr>
        <a:xfrm>
          <a:off x="3914699" y="2071901"/>
          <a:ext cx="973665" cy="97366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CD8C7D-059F-4A4F-8DBC-FEBF80A1E058}">
      <dsp:nvSpPr>
        <dsp:cNvPr id="0" name=""/>
        <dsp:cNvSpPr/>
      </dsp:nvSpPr>
      <dsp:spPr>
        <a:xfrm>
          <a:off x="4119168" y="2276371"/>
          <a:ext cx="564725" cy="56472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E0F220-646A-48AB-9F8E-DC392C7CF6AD}">
      <dsp:nvSpPr>
        <dsp:cNvPr id="0" name=""/>
        <dsp:cNvSpPr/>
      </dsp:nvSpPr>
      <dsp:spPr>
        <a:xfrm>
          <a:off x="5097006" y="2071901"/>
          <a:ext cx="2295067" cy="973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Assignment: Machine Learning Assignment – Tasks 1 to 5</a:t>
          </a:r>
        </a:p>
      </dsp:txBody>
      <dsp:txXfrm>
        <a:off x="5097006" y="2071901"/>
        <a:ext cx="2295067" cy="9736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C888C5-69C3-431F-9FB1-DB2F85C34F0D}">
      <dsp:nvSpPr>
        <dsp:cNvPr id="0" name=""/>
        <dsp:cNvSpPr/>
      </dsp:nvSpPr>
      <dsp:spPr>
        <a:xfrm>
          <a:off x="0" y="47004"/>
          <a:ext cx="4231481" cy="11571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Aim: Predict potential finalist teams using machine learning models.</a:t>
          </a:r>
        </a:p>
      </dsp:txBody>
      <dsp:txXfrm>
        <a:off x="56486" y="103490"/>
        <a:ext cx="4118509" cy="1044158"/>
      </dsp:txXfrm>
    </dsp:sp>
    <dsp:sp modelId="{1AA73916-DE00-4CAB-9BA3-6C0E74406FCF}">
      <dsp:nvSpPr>
        <dsp:cNvPr id="0" name=""/>
        <dsp:cNvSpPr/>
      </dsp:nvSpPr>
      <dsp:spPr>
        <a:xfrm>
          <a:off x="0" y="1270375"/>
          <a:ext cx="4231481" cy="1157130"/>
        </a:xfrm>
        <a:prstGeom prst="roundRect">
          <a:avLst/>
        </a:prstGeom>
        <a:solidFill>
          <a:schemeClr val="accent2">
            <a:hueOff val="-489677"/>
            <a:satOff val="-10832"/>
            <a:lumOff val="-215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Techniques: Logistic Regression, Random Forest Classifier.</a:t>
          </a:r>
        </a:p>
      </dsp:txBody>
      <dsp:txXfrm>
        <a:off x="56486" y="1326861"/>
        <a:ext cx="4118509" cy="1044158"/>
      </dsp:txXfrm>
    </dsp:sp>
    <dsp:sp modelId="{9DB8806F-3FC5-4E87-A344-3D2F55C2F5C5}">
      <dsp:nvSpPr>
        <dsp:cNvPr id="0" name=""/>
        <dsp:cNvSpPr/>
      </dsp:nvSpPr>
      <dsp:spPr>
        <a:xfrm>
          <a:off x="0" y="2493745"/>
          <a:ext cx="4231481" cy="1157130"/>
        </a:xfrm>
        <a:prstGeom prst="roundRect">
          <a:avLst/>
        </a:prstGeom>
        <a:solidFill>
          <a:schemeClr val="accent2">
            <a:hueOff val="-979354"/>
            <a:satOff val="-21663"/>
            <a:lumOff val="-431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Dataset: FIFA 2022 Full Matches Cleaned Data.</a:t>
          </a:r>
        </a:p>
      </dsp:txBody>
      <dsp:txXfrm>
        <a:off x="56486" y="2550231"/>
        <a:ext cx="4118509" cy="1044158"/>
      </dsp:txXfrm>
    </dsp:sp>
    <dsp:sp modelId="{44E78FC7-6C36-4339-BC79-3D9999C7D880}">
      <dsp:nvSpPr>
        <dsp:cNvPr id="0" name=""/>
        <dsp:cNvSpPr/>
      </dsp:nvSpPr>
      <dsp:spPr>
        <a:xfrm>
          <a:off x="0" y="3717115"/>
          <a:ext cx="4231481" cy="1157130"/>
        </a:xfrm>
        <a:prstGeom prst="roundRect">
          <a:avLst/>
        </a:prstGeom>
        <a:solidFill>
          <a:schemeClr val="accent2">
            <a:hueOff val="-1469031"/>
            <a:satOff val="-32495"/>
            <a:lumOff val="-647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Tools: Python, Pandas, Scikit-learn, Matplotlib.</a:t>
          </a:r>
        </a:p>
      </dsp:txBody>
      <dsp:txXfrm>
        <a:off x="56486" y="3773601"/>
        <a:ext cx="4118509" cy="1044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50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29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6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797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9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73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9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73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40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9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3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97421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91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05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70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57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678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713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FIFA World Cup Prediction using Machine Learning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550ECE-57DB-57AE-A8DA-C07A452DA8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177820"/>
              </p:ext>
            </p:extLst>
          </p:nvPr>
        </p:nvGraphicFramePr>
        <p:xfrm>
          <a:off x="855663" y="2249488"/>
          <a:ext cx="74295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rgbClr val="FFFFFF"/>
                </a:solidFill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FD5207-F20F-6B20-8761-F3575744AC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8110084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 – Data Collection and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Collected FIFA dataset with team match-level stats.</a:t>
            </a:r>
          </a:p>
          <a:p>
            <a:r>
              <a:t>• Cleaned missing and duplicate records.</a:t>
            </a:r>
          </a:p>
          <a:p>
            <a:r>
              <a:t>• Features: Matches Played, Wins, Draws, Losses, Goals For, Goals Against, Goal Difference, Win Rate.</a:t>
            </a:r>
          </a:p>
          <a:p>
            <a:r>
              <a:t>• Final dataset: FIFA_2022_Full_Matches_Cleaned.csv.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 – 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Built Logistic Regression and Random Forest models.</a:t>
            </a:r>
          </a:p>
          <a:p>
            <a:r>
              <a:t>• Train-Test split: 80–20.</a:t>
            </a:r>
          </a:p>
          <a:p>
            <a:r>
              <a:t>• Saved models as logistic_model.joblib and rf_model.joblib.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 – 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Evaluated using Accuracy, Precision, Recall, F1-Score.</a:t>
            </a:r>
          </a:p>
          <a:p>
            <a:r>
              <a:t>• Random Forest performed better overall.</a:t>
            </a:r>
          </a:p>
          <a:p>
            <a:r>
              <a:t>• Chosen for final prediction stage.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4 – 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• Top Features:</a:t>
            </a:r>
          </a:p>
          <a:p>
            <a:r>
              <a:t>  1. Win Rate</a:t>
            </a:r>
          </a:p>
          <a:p>
            <a:r>
              <a:t>  2. Goal Difference</a:t>
            </a:r>
          </a:p>
          <a:p>
            <a:r>
              <a:t>  3. Wins</a:t>
            </a:r>
          </a:p>
          <a:p>
            <a:r>
              <a:t>  4. Goals For</a:t>
            </a:r>
          </a:p>
          <a:p>
            <a:r>
              <a:t>• Generated visualizations: feature_importance_logistic.png, feature_importance_rf.png.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 finalist prediction using ML.</a:t>
            </a:r>
          </a:p>
          <a:p>
            <a:r>
              <a:t>• Highlights data-driven sports analytics.</a:t>
            </a:r>
          </a:p>
          <a:p>
            <a:r>
              <a:t>Future Work:</a:t>
            </a:r>
          </a:p>
          <a:p>
            <a:r>
              <a:t>  - Add player-level data</a:t>
            </a:r>
          </a:p>
          <a:p>
            <a:r>
              <a:t>  - Include more seasons</a:t>
            </a:r>
          </a:p>
          <a:p>
            <a:r>
              <a:t>  - Deploy as a web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5 – Final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Random Forest to predict finalist probabilities.</a:t>
            </a:r>
          </a:p>
          <a:p>
            <a:r>
              <a:t>• Results saved as Predicted_Finalists.csv.</a:t>
            </a:r>
          </a:p>
          <a:p>
            <a:r>
              <a:t>• Displayed top 10 most probable finalists.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424B8-55EA-31A8-45F7-E23DD8050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15261E10-DCF9-CEDF-745A-0E1D08C083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2961" y="2343710"/>
            <a:ext cx="5934903" cy="3353268"/>
          </a:xfrm>
        </p:spPr>
      </p:pic>
    </p:spTree>
    <p:extLst>
      <p:ext uri="{BB962C8B-B14F-4D97-AF65-F5344CB8AC3E}">
        <p14:creationId xmlns:p14="http://schemas.microsoft.com/office/powerpoint/2010/main" val="1365227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E28B0-4A47-1A69-3A25-C66F95EDED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420ACE-B7BB-37BA-11B8-DCA9399D5E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FA99BCA7-188F-346B-0865-C381225F9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20" y="1833340"/>
            <a:ext cx="8849960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32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2DB09-2FD7-1965-3613-E5D10E7B4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diagram of a logistic regression&#10;&#10;AI-generated content may be incorrect.">
            <a:extLst>
              <a:ext uri="{FF2B5EF4-FFF2-40B4-BE49-F238E27FC236}">
                <a16:creationId xmlns:a16="http://schemas.microsoft.com/office/drawing/2014/main" id="{840B468D-3791-24EA-5D8B-ADF5038A6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1962" y="2249488"/>
            <a:ext cx="4456901" cy="3541712"/>
          </a:xfrm>
        </p:spPr>
      </p:pic>
    </p:spTree>
    <p:extLst>
      <p:ext uri="{BB962C8B-B14F-4D97-AF65-F5344CB8AC3E}">
        <p14:creationId xmlns:p14="http://schemas.microsoft.com/office/powerpoint/2010/main" val="2215649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304</TotalTime>
  <Words>324</Words>
  <Application>Microsoft Office PowerPoint</Application>
  <PresentationFormat>On-screen Show (4:3)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FIFA World Cup Prediction using Machine Learning</vt:lpstr>
      <vt:lpstr>Introduction</vt:lpstr>
      <vt:lpstr>Task 1 – Data Collection and Preprocessing</vt:lpstr>
      <vt:lpstr>Task 2 – Model Building</vt:lpstr>
      <vt:lpstr>Task 3 – Model Evaluation</vt:lpstr>
      <vt:lpstr>Task 4 – Feature Importance</vt:lpstr>
      <vt:lpstr>Conclusion &amp; Future Scope</vt:lpstr>
      <vt:lpstr>Task 5 – Final Prediction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Yeshwanth k</dc:creator>
  <cp:keywords/>
  <dc:description>generated using python-pptx</dc:description>
  <cp:lastModifiedBy>Yeshwanth k</cp:lastModifiedBy>
  <cp:revision>3</cp:revision>
  <dcterms:created xsi:type="dcterms:W3CDTF">2013-01-27T09:14:16Z</dcterms:created>
  <dcterms:modified xsi:type="dcterms:W3CDTF">2025-11-08T13:12:27Z</dcterms:modified>
  <cp:category/>
</cp:coreProperties>
</file>